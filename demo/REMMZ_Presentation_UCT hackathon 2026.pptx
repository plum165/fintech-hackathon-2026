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  <p:embeddedFont>
      <p:font typeface="Libre Franklin" panose="020B0604020202020204" charset="0"/>
      <p:regular r:id="rId15"/>
      <p:bold r:id="rId16"/>
      <p:italic r:id="rId17"/>
      <p:boldItalic r:id="rId18"/>
    </p:embeddedFont>
    <p:embeddedFont>
      <p:font typeface="Titillium Web" panose="020B0604020202020204" charset="0"/>
      <p:regular r:id="rId19"/>
      <p:bold r:id="rId20"/>
      <p:italic r:id="rId21"/>
      <p:boldItalic r:id="rId22"/>
    </p:embeddedFont>
    <p:embeddedFont>
      <p:font typeface="Titillium Web Light" panose="020B0604020202020204" charset="0"/>
      <p:regular r:id="rId23"/>
      <p:italic r:id="rId24"/>
    </p:embeddedFont>
    <p:embeddedFont>
      <p:font typeface="Titillium Web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A9D3D-FFA0-4EBD-B8E0-E1338501B725}" v="104" dt="2026-06-27T10:28:37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tisaar Elfadl" userId="b22dc1e4-1f55-4d4b-bdcb-c5fc3ac3dc98" providerId="ADAL" clId="{5D353266-866C-435B-B0C3-9CA9632EB7EE}"/>
    <pc:docChg chg="undo custSel addSld delSld modSld sldOrd">
      <pc:chgData name="Entisaar Elfadl" userId="b22dc1e4-1f55-4d4b-bdcb-c5fc3ac3dc98" providerId="ADAL" clId="{5D353266-866C-435B-B0C3-9CA9632EB7EE}" dt="2026-06-27T10:28:37.413" v="590" actId="20577"/>
      <pc:docMkLst>
        <pc:docMk/>
      </pc:docMkLst>
      <pc:sldChg chg="addSp delSp modSp mod">
        <pc:chgData name="Entisaar Elfadl" userId="b22dc1e4-1f55-4d4b-bdcb-c5fc3ac3dc98" providerId="ADAL" clId="{5D353266-866C-435B-B0C3-9CA9632EB7EE}" dt="2026-06-27T08:31:19.276" v="17" actId="14100"/>
        <pc:sldMkLst>
          <pc:docMk/>
          <pc:sldMk cId="0" sldId="257"/>
        </pc:sldMkLst>
        <pc:spChg chg="mod">
          <ac:chgData name="Entisaar Elfadl" userId="b22dc1e4-1f55-4d4b-bdcb-c5fc3ac3dc98" providerId="ADAL" clId="{5D353266-866C-435B-B0C3-9CA9632EB7EE}" dt="2026-06-27T08:31:19.276" v="17" actId="14100"/>
          <ac:spMkLst>
            <pc:docMk/>
            <pc:sldMk cId="0" sldId="257"/>
            <ac:spMk id="44" creationId="{00000000-0000-0000-0000-000000000000}"/>
          </ac:spMkLst>
        </pc:spChg>
        <pc:picChg chg="add del mod">
          <ac:chgData name="Entisaar Elfadl" userId="b22dc1e4-1f55-4d4b-bdcb-c5fc3ac3dc98" providerId="ADAL" clId="{5D353266-866C-435B-B0C3-9CA9632EB7EE}" dt="2026-06-27T08:29:59.746" v="3" actId="478"/>
          <ac:picMkLst>
            <pc:docMk/>
            <pc:sldMk cId="0" sldId="257"/>
            <ac:picMk id="3" creationId="{4726D368-3985-D5E9-2C32-1AF9BFE90B68}"/>
          </ac:picMkLst>
        </pc:picChg>
        <pc:picChg chg="add del mod">
          <ac:chgData name="Entisaar Elfadl" userId="b22dc1e4-1f55-4d4b-bdcb-c5fc3ac3dc98" providerId="ADAL" clId="{5D353266-866C-435B-B0C3-9CA9632EB7EE}" dt="2026-06-27T08:30:19.153" v="8" actId="478"/>
          <ac:picMkLst>
            <pc:docMk/>
            <pc:sldMk cId="0" sldId="257"/>
            <ac:picMk id="5" creationId="{19F858D2-2AE1-F5A7-0142-A9A7BB2C12F9}"/>
          </ac:picMkLst>
        </pc:picChg>
      </pc:sldChg>
      <pc:sldChg chg="modSp mod modNotes">
        <pc:chgData name="Entisaar Elfadl" userId="b22dc1e4-1f55-4d4b-bdcb-c5fc3ac3dc98" providerId="ADAL" clId="{5D353266-866C-435B-B0C3-9CA9632EB7EE}" dt="2026-06-27T08:58:01.526" v="176" actId="20577"/>
        <pc:sldMkLst>
          <pc:docMk/>
          <pc:sldMk cId="0" sldId="258"/>
        </pc:sldMkLst>
        <pc:spChg chg="mod">
          <ac:chgData name="Entisaar Elfadl" userId="b22dc1e4-1f55-4d4b-bdcb-c5fc3ac3dc98" providerId="ADAL" clId="{5D353266-866C-435B-B0C3-9CA9632EB7EE}" dt="2026-06-27T08:58:01.526" v="176" actId="20577"/>
          <ac:spMkLst>
            <pc:docMk/>
            <pc:sldMk cId="0" sldId="258"/>
            <ac:spMk id="51" creationId="{00000000-0000-0000-0000-000000000000}"/>
          </ac:spMkLst>
        </pc:spChg>
      </pc:sldChg>
      <pc:sldChg chg="addSp delSp modSp mod ord">
        <pc:chgData name="Entisaar Elfadl" userId="b22dc1e4-1f55-4d4b-bdcb-c5fc3ac3dc98" providerId="ADAL" clId="{5D353266-866C-435B-B0C3-9CA9632EB7EE}" dt="2026-06-27T09:30:28.045" v="200"/>
        <pc:sldMkLst>
          <pc:docMk/>
          <pc:sldMk cId="0" sldId="259"/>
        </pc:sldMkLst>
        <pc:spChg chg="del mod">
          <ac:chgData name="Entisaar Elfadl" userId="b22dc1e4-1f55-4d4b-bdcb-c5fc3ac3dc98" providerId="ADAL" clId="{5D353266-866C-435B-B0C3-9CA9632EB7EE}" dt="2026-06-27T09:29:52.967" v="193" actId="478"/>
          <ac:spMkLst>
            <pc:docMk/>
            <pc:sldMk cId="0" sldId="259"/>
            <ac:spMk id="58" creationId="{00000000-0000-0000-0000-000000000000}"/>
          </ac:spMkLst>
        </pc:spChg>
        <pc:spChg chg="del mod">
          <ac:chgData name="Entisaar Elfadl" userId="b22dc1e4-1f55-4d4b-bdcb-c5fc3ac3dc98" providerId="ADAL" clId="{5D353266-866C-435B-B0C3-9CA9632EB7EE}" dt="2026-06-27T09:02:09.025" v="184" actId="478"/>
          <ac:spMkLst>
            <pc:docMk/>
            <pc:sldMk cId="0" sldId="259"/>
            <ac:spMk id="59" creationId="{00000000-0000-0000-0000-000000000000}"/>
          </ac:spMkLst>
        </pc:spChg>
        <pc:picChg chg="add mod">
          <ac:chgData name="Entisaar Elfadl" userId="b22dc1e4-1f55-4d4b-bdcb-c5fc3ac3dc98" providerId="ADAL" clId="{5D353266-866C-435B-B0C3-9CA9632EB7EE}" dt="2026-06-27T09:30:11.050" v="198" actId="1076"/>
          <ac:picMkLst>
            <pc:docMk/>
            <pc:sldMk cId="0" sldId="259"/>
            <ac:picMk id="3" creationId="{F2EB262C-C428-8CC5-2198-72E391FDC031}"/>
          </ac:picMkLst>
        </pc:picChg>
        <pc:cxnChg chg="del">
          <ac:chgData name="Entisaar Elfadl" userId="b22dc1e4-1f55-4d4b-bdcb-c5fc3ac3dc98" providerId="ADAL" clId="{5D353266-866C-435B-B0C3-9CA9632EB7EE}" dt="2026-06-27T09:23:31.987" v="187" actId="478"/>
          <ac:cxnSpMkLst>
            <pc:docMk/>
            <pc:sldMk cId="0" sldId="259"/>
            <ac:cxnSpMk id="60" creationId="{00000000-0000-0000-0000-000000000000}"/>
          </ac:cxnSpMkLst>
        </pc:cxnChg>
      </pc:sldChg>
      <pc:sldChg chg="modSp mod">
        <pc:chgData name="Entisaar Elfadl" userId="b22dc1e4-1f55-4d4b-bdcb-c5fc3ac3dc98" providerId="ADAL" clId="{5D353266-866C-435B-B0C3-9CA9632EB7EE}" dt="2026-06-27T10:27:50.574" v="572" actId="1076"/>
        <pc:sldMkLst>
          <pc:docMk/>
          <pc:sldMk cId="0" sldId="261"/>
        </pc:sldMkLst>
        <pc:spChg chg="mod">
          <ac:chgData name="Entisaar Elfadl" userId="b22dc1e4-1f55-4d4b-bdcb-c5fc3ac3dc98" providerId="ADAL" clId="{5D353266-866C-435B-B0C3-9CA9632EB7EE}" dt="2026-06-27T10:27:50.574" v="572" actId="1076"/>
          <ac:spMkLst>
            <pc:docMk/>
            <pc:sldMk cId="0" sldId="261"/>
            <ac:spMk id="75" creationId="{00000000-0000-0000-0000-000000000000}"/>
          </ac:spMkLst>
        </pc:spChg>
      </pc:sldChg>
      <pc:sldChg chg="modSp mod modNotes">
        <pc:chgData name="Entisaar Elfadl" userId="b22dc1e4-1f55-4d4b-bdcb-c5fc3ac3dc98" providerId="ADAL" clId="{5D353266-866C-435B-B0C3-9CA9632EB7EE}" dt="2026-06-27T10:28:37.413" v="590" actId="20577"/>
        <pc:sldMkLst>
          <pc:docMk/>
          <pc:sldMk cId="0" sldId="262"/>
        </pc:sldMkLst>
        <pc:spChg chg="mod">
          <ac:chgData name="Entisaar Elfadl" userId="b22dc1e4-1f55-4d4b-bdcb-c5fc3ac3dc98" providerId="ADAL" clId="{5D353266-866C-435B-B0C3-9CA9632EB7EE}" dt="2026-06-27T10:28:37.413" v="590" actId="20577"/>
          <ac:spMkLst>
            <pc:docMk/>
            <pc:sldMk cId="0" sldId="262"/>
            <ac:spMk id="82" creationId="{00000000-0000-0000-0000-000000000000}"/>
          </ac:spMkLst>
        </pc:spChg>
      </pc:sldChg>
      <pc:sldChg chg="new del">
        <pc:chgData name="Entisaar Elfadl" userId="b22dc1e4-1f55-4d4b-bdcb-c5fc3ac3dc98" providerId="ADAL" clId="{5D353266-866C-435B-B0C3-9CA9632EB7EE}" dt="2026-06-27T09:01:23.027" v="178" actId="680"/>
        <pc:sldMkLst>
          <pc:docMk/>
          <pc:sldMk cId="2231192259" sldId="263"/>
        </pc:sldMkLst>
      </pc:sldChg>
      <pc:sldChg chg="add del">
        <pc:chgData name="Entisaar Elfadl" userId="b22dc1e4-1f55-4d4b-bdcb-c5fc3ac3dc98" providerId="ADAL" clId="{5D353266-866C-435B-B0C3-9CA9632EB7EE}" dt="2026-06-27T09:47:45.854" v="503" actId="2696"/>
        <pc:sldMkLst>
          <pc:docMk/>
          <pc:sldMk cId="3458290680" sldId="263"/>
        </pc:sldMkLst>
      </pc:sldChg>
      <pc:sldChg chg="addSp delSp modSp add mod ord">
        <pc:chgData name="Entisaar Elfadl" userId="b22dc1e4-1f55-4d4b-bdcb-c5fc3ac3dc98" providerId="ADAL" clId="{5D353266-866C-435B-B0C3-9CA9632EB7EE}" dt="2026-06-27T10:01:07.449" v="521" actId="1076"/>
        <pc:sldMkLst>
          <pc:docMk/>
          <pc:sldMk cId="589271259" sldId="264"/>
        </pc:sldMkLst>
        <pc:spChg chg="add del mod">
          <ac:chgData name="Entisaar Elfadl" userId="b22dc1e4-1f55-4d4b-bdcb-c5fc3ac3dc98" providerId="ADAL" clId="{5D353266-866C-435B-B0C3-9CA9632EB7EE}" dt="2026-06-27T09:42:56.196" v="402" actId="478"/>
          <ac:spMkLst>
            <pc:docMk/>
            <pc:sldMk cId="589271259" sldId="264"/>
            <ac:spMk id="3" creationId="{067A8FBB-68AF-A13E-A06C-81F28B39AA1D}"/>
          </ac:spMkLst>
        </pc:spChg>
        <pc:spChg chg="mod">
          <ac:chgData name="Entisaar Elfadl" userId="b22dc1e4-1f55-4d4b-bdcb-c5fc3ac3dc98" providerId="ADAL" clId="{5D353266-866C-435B-B0C3-9CA9632EB7EE}" dt="2026-06-27T10:00:04.508" v="512" actId="14100"/>
          <ac:spMkLst>
            <pc:docMk/>
            <pc:sldMk cId="589271259" sldId="264"/>
            <ac:spMk id="59" creationId="{E3E636CC-BBE1-9093-1E9E-C74B9DF406B5}"/>
          </ac:spMkLst>
        </pc:spChg>
        <pc:picChg chg="add mod modCrop">
          <ac:chgData name="Entisaar Elfadl" userId="b22dc1e4-1f55-4d4b-bdcb-c5fc3ac3dc98" providerId="ADAL" clId="{5D353266-866C-435B-B0C3-9CA9632EB7EE}" dt="2026-06-27T10:01:07.449" v="521" actId="1076"/>
          <ac:picMkLst>
            <pc:docMk/>
            <pc:sldMk cId="589271259" sldId="264"/>
            <ac:picMk id="5" creationId="{06E0D74A-1F87-8F7F-E3DF-64C0E6AE01F8}"/>
          </ac:picMkLst>
        </pc:picChg>
      </pc:sldChg>
      <pc:sldChg chg="addSp delSp modSp add del mod">
        <pc:chgData name="Entisaar Elfadl" userId="b22dc1e4-1f55-4d4b-bdcb-c5fc3ac3dc98" providerId="ADAL" clId="{5D353266-866C-435B-B0C3-9CA9632EB7EE}" dt="2026-06-27T10:01:12.064" v="522" actId="47"/>
        <pc:sldMkLst>
          <pc:docMk/>
          <pc:sldMk cId="3628571879" sldId="265"/>
        </pc:sldMkLst>
        <pc:spChg chg="del mod">
          <ac:chgData name="Entisaar Elfadl" userId="b22dc1e4-1f55-4d4b-bdcb-c5fc3ac3dc98" providerId="ADAL" clId="{5D353266-866C-435B-B0C3-9CA9632EB7EE}" dt="2026-06-27T09:59:22.321" v="506" actId="478"/>
          <ac:spMkLst>
            <pc:docMk/>
            <pc:sldMk cId="3628571879" sldId="265"/>
            <ac:spMk id="59" creationId="{218C6EB9-59FE-2B55-BCFF-8D57460E00CF}"/>
          </ac:spMkLst>
        </pc:spChg>
        <pc:picChg chg="add mod">
          <ac:chgData name="Entisaar Elfadl" userId="b22dc1e4-1f55-4d4b-bdcb-c5fc3ac3dc98" providerId="ADAL" clId="{5D353266-866C-435B-B0C3-9CA9632EB7EE}" dt="2026-06-27T09:59:40.662" v="511" actId="1076"/>
          <ac:picMkLst>
            <pc:docMk/>
            <pc:sldMk cId="3628571879" sldId="265"/>
            <ac:picMk id="3" creationId="{55FABE2B-F040-58E9-BE0E-E8CBC5CDA0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19779075-0109-056E-46F9-3ABCE5EF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7E39406B-68EC-C284-352A-79B562120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B848C4DA-FE94-39BB-3084-3CB9C9D0A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820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ight texture A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</a:t>
            </a:r>
            <a:r>
              <a:rPr lang="en" sz="1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#OpenPayments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</a:t>
            </a:r>
            <a:r>
              <a:rPr lang="en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ILPHacks</a:t>
            </a:r>
            <a:endParaRPr sz="1400" b="1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 1">
  <p:cSld name="TITLE_AND_BODY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dark gradient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no background B">
  <p:cSld name="CUSTOM_4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 b="1" i="0" u="none" strike="noStrike" cap="non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sz="1200" b="1" i="0" u="none" strike="noStrike" cap="non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271923" y="1720227"/>
            <a:ext cx="4904454" cy="189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ZA" sz="3500" b="1" i="0" u="none" strike="noStrike" cap="none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REMMZ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ZA" sz="2000" b="1">
                <a:solidFill>
                  <a:srgbClr val="FFFF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Responsible Expenditures, Made More Zen</a:t>
            </a:r>
            <a:endParaRPr lang="en-ZA" sz="1800" b="1" i="0" u="none" strike="noStrike" cap="none">
              <a:solidFill>
                <a:srgbClr val="FFFF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EEFF4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000" b="0" i="0" u="none" strike="noStrike" cap="none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sz="3300" b="1" i="0" u="none" strike="noStrike" cap="none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6" name="Google Shape;36;p7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550049" y="2168594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-ZA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Misha Dick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Entisaar Elfadl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Mikaeel Naidoo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Zahra Salie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Moegamat Rashaad Samsodien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3" name="Google Shape;43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" name="Google Shape;44;p8"/>
          <p:cNvSpPr/>
          <p:nvPr/>
        </p:nvSpPr>
        <p:spPr>
          <a:xfrm>
            <a:off x="5493835" y="1732202"/>
            <a:ext cx="3456878" cy="2482957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5" name="Google Shape;45;p8" title="0048_FIH_Logo-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05299" y="2187725"/>
            <a:ext cx="7772261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-GB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Millions of South Africans with non traditional incomes, including students, gig workers, freelancers, and informal workers, are excluded from building a credit history and accessing financial opportunities.</a:t>
            </a:r>
          </a:p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-GB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As students, we've experienced the challenge of being financially responsible while remaining invisible to the credit system. So we built a BNPL platform that allows students to graduate with more than just a degree, but a financial identity as well. 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52" name="Google Shape;52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53" name="Google Shape;53;p9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62A2E8C5-BBAD-210F-A698-E007437C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>
            <a:extLst>
              <a:ext uri="{FF2B5EF4-FFF2-40B4-BE49-F238E27FC236}">
                <a16:creationId xmlns:a16="http://schemas.microsoft.com/office/drawing/2014/main" id="{D8E70306-1B39-4615-9C93-033E6CEF4B2F}"/>
              </a:ext>
            </a:extLst>
          </p:cNvPr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E3E636CC-BBE1-9093-1E9E-C74B9DF406B5}"/>
              </a:ext>
            </a:extLst>
          </p:cNvPr>
          <p:cNvSpPr txBox="1"/>
          <p:nvPr/>
        </p:nvSpPr>
        <p:spPr>
          <a:xfrm>
            <a:off x="405300" y="2187725"/>
            <a:ext cx="54561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i="0" u="none" strike="noStrike" cap="none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Our Buy Now, Pay Later platform is unique as it is built specifically for students and flexible income earners, especially for users with no credit history.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i="0" u="none" strike="noStrike" cap="none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It turns BNPL repayments into pathway for building credit. 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GB" sz="1600" i="0" u="none" strike="noStrike" cap="none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Uses Open Payments for secure, seamless repayments.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GB" sz="1600" i="0" u="none" strike="noStrike" cap="none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Rewards responsible repayment, not just a person’s employment status.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GB" sz="1600" i="0" u="none" strike="noStrike" cap="none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Creates a fairer alternative to traditional credit scoring.</a:t>
            </a:r>
            <a:endParaRPr lang="en" sz="1600" i="0" u="none" strike="noStrike" cap="none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endParaRPr sz="1600" i="0" u="none" strike="noStrike" cap="none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0" name="Google Shape;60;p10">
            <a:extLst>
              <a:ext uri="{FF2B5EF4-FFF2-40B4-BE49-F238E27FC236}">
                <a16:creationId xmlns:a16="http://schemas.microsoft.com/office/drawing/2014/main" id="{0EFDBFC8-F2B3-1919-7396-E8EAC8E01A6C}"/>
              </a:ext>
            </a:extLst>
          </p:cNvPr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495FA21C-A9B0-DF26-5781-B47C4984DB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E0D74A-1F87-8F7F-E3DF-64C0E6AE01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05"/>
          <a:stretch>
            <a:fillRect/>
          </a:stretch>
        </p:blipFill>
        <p:spPr>
          <a:xfrm>
            <a:off x="6521389" y="534040"/>
            <a:ext cx="2112035" cy="424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0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EB262C-C428-8CC5-2198-72E391FDC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8401"/>
            <a:ext cx="9144000" cy="48782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05300" y="2187725"/>
            <a:ext cx="49833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{Showcase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a demo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your project [max 2 min] 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Tip: pre-record it in case of technical difficulties on stage BUT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live demo is preferred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}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8" name="Google Shape;68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9" name="Google Shape;69;p11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252797" y="2227713"/>
            <a:ext cx="8638405" cy="2269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GB" sz="16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Our solution solves our problems as students.</a:t>
            </a:r>
          </a:p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endParaRPr lang="en-GB" sz="16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GB" sz="16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We're starting with students because we understand these challenges firsthand. But this is only the beginning. Our vision is to expand Zen-</a:t>
            </a:r>
            <a:r>
              <a:rPr lang="en-GB" sz="1600" b="0" i="0" u="none" strike="noStrike" cap="none" err="1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</a:t>
            </a:r>
            <a:r>
              <a:rPr lang="en-GB" sz="16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support freelancers, gig workers, and anyone with a flexible income, giving more people a fair opportunity to build credit through responsible financial behaviour.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77" name="Google Shape;77;p12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Let's make all make our finances a little more Zen. Thank you</a:t>
            </a:r>
            <a:r>
              <a:rPr lang="en" sz="3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.</a:t>
            </a:r>
            <a:endParaRPr sz="30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3" name="Google Shape;83;p13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Interledger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2026-06-27T10:29:00Z</dcterms:modified>
</cp:coreProperties>
</file>