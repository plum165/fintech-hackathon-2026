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Helvetica Neue" panose="020B0604020202020204" charset="0"/>
      <p:regular r:id="rId10"/>
      <p:bold r:id="rId11"/>
      <p:italic r:id="rId12"/>
      <p:boldItalic r:id="rId13"/>
    </p:embeddedFont>
    <p:embeddedFont>
      <p:font typeface="Libre Franklin" pitchFamily="2" charset="0"/>
      <p:regular r:id="rId14"/>
      <p:bold r:id="rId15"/>
      <p:italic r:id="rId16"/>
      <p:boldItalic r:id="rId17"/>
    </p:embeddedFont>
    <p:embeddedFont>
      <p:font typeface="Titillium Web" panose="00000500000000000000" pitchFamily="2" charset="0"/>
      <p:regular r:id="rId18"/>
      <p:bold r:id="rId19"/>
      <p:italic r:id="rId20"/>
      <p:boldItalic r:id="rId21"/>
    </p:embeddedFont>
    <p:embeddedFont>
      <p:font typeface="Titillium Web Light" panose="00000400000000000000" pitchFamily="2" charset="0"/>
      <p:regular r:id="rId22"/>
      <p:italic r:id="rId23"/>
    </p:embeddedFont>
    <p:embeddedFont>
      <p:font typeface="Titillium Web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" name="Google Shape;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dark (phone)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title="image-1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8225" y="691999"/>
            <a:ext cx="3759524" cy="375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light texture A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4810691"/>
            <a:ext cx="9144000" cy="3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721359" y="4887439"/>
            <a:ext cx="32364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tillium Web Light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@interledger  </a:t>
            </a:r>
            <a:r>
              <a:rPr lang="en" sz="1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#OpenPayments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1399416" y="4880841"/>
            <a:ext cx="844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tillium Web Light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</a:t>
            </a:r>
            <a:r>
              <a:rPr lang="en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ILPHacks</a:t>
            </a:r>
            <a:endParaRPr sz="1400" b="1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0" name="Google Shape;20;p3" title="image-1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90700" y="4173187"/>
            <a:ext cx="1308725" cy="984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dark (phone) 1">
  <p:cSld name="TITLE_AND_BODY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dark gradient">
  <p:cSld name="CUSTOM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no background B">
  <p:cSld name="CUSTOM_4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32749" y="188875"/>
            <a:ext cx="1406326" cy="3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tillium Web"/>
              <a:buChar char="●"/>
              <a:defRPr sz="18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6470275" y="2556825"/>
            <a:ext cx="1463100" cy="219600"/>
          </a:xfrm>
          <a:prstGeom prst="rect">
            <a:avLst/>
          </a:prstGeom>
          <a:solidFill>
            <a:srgbClr val="0F04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 b="1" i="0" u="none" strike="noStrike" cap="none">
                <a:solidFill>
                  <a:srgbClr val="E69138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PAYMENTS</a:t>
            </a:r>
            <a:endParaRPr sz="1200" b="1" i="0" u="none" strike="noStrike" cap="none">
              <a:solidFill>
                <a:srgbClr val="E6913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5" name="Google Shape;35;p7"/>
          <p:cNvSpPr txBox="1"/>
          <p:nvPr/>
        </p:nvSpPr>
        <p:spPr>
          <a:xfrm>
            <a:off x="329184" y="1719072"/>
            <a:ext cx="39084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ZA" sz="3500" b="1" i="0" u="none" strike="noStrike" cap="none" dirty="0">
                <a:solidFill>
                  <a:srgbClr val="EEFF4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REMMZ</a:t>
            </a:r>
            <a:endParaRPr sz="2600" b="1" i="0" u="none" strike="noStrike" cap="none" dirty="0">
              <a:solidFill>
                <a:srgbClr val="EEFF4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000" b="0" i="0" u="none" strike="noStrike" cap="none" dirty="0">
                <a:solidFill>
                  <a:srgbClr val="00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Hackathon 2026</a:t>
            </a:r>
            <a:endParaRPr sz="3300" b="1" i="0" u="none" strike="noStrike" cap="none" dirty="0">
              <a:solidFill>
                <a:srgbClr val="00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6" name="Google Shape;36;p7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4150" y="380476"/>
            <a:ext cx="1783537" cy="4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Meet the team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550049" y="2168594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-ZA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Misha Dick</a:t>
            </a:r>
            <a:endParaRPr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Entisaar Elfadl</a:t>
            </a:r>
            <a:endParaRPr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Mikaeel Naidoo</a:t>
            </a:r>
            <a:endParaRPr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Zahra Salie</a:t>
            </a:r>
            <a:endParaRPr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Moegamat Rashaad Samsodien</a:t>
            </a:r>
            <a:endParaRPr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3" name="Google Shape;43;p8"/>
          <p:cNvCxnSpPr/>
          <p:nvPr/>
        </p:nvCxnSpPr>
        <p:spPr>
          <a:xfrm>
            <a:off x="510576" y="1985056"/>
            <a:ext cx="47916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" name="Google Shape;44;p8"/>
          <p:cNvSpPr/>
          <p:nvPr/>
        </p:nvSpPr>
        <p:spPr>
          <a:xfrm>
            <a:off x="5765251" y="1484400"/>
            <a:ext cx="2828700" cy="2785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 b="0" i="0" u="none" strike="noStrike" cap="none">
                <a:solidFill>
                  <a:srgbClr val="374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{Insert photo of your team}</a:t>
            </a:r>
            <a:endParaRPr sz="1600" b="0" i="0" u="none" strike="noStrike" cap="none">
              <a:solidFill>
                <a:srgbClr val="37415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5" name="Google Shape;45;p8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Problem statement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</a:t>
            </a:r>
            <a:r>
              <a:rPr lang="en" sz="1600" b="1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problem</a:t>
            </a: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that your hackathon solution solves}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</a:t>
            </a:r>
            <a:r>
              <a:rPr lang="en" sz="1600" b="1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why</a:t>
            </a: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your team is tackling it, what are the benefits?} 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52" name="Google Shape;52;p9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53" name="Google Shape;53;p9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Solution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{Describe how your solutions works</a:t>
            </a:r>
            <a:endParaRPr sz="1600" b="1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Include a one-page diagram/workflow of your solution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Include the tools you used 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Describe why your solution is unique}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0" name="Google Shape;60;p10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61" name="Google Shape;61;p10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chemeClr val="accent6"/>
                </a:solidFill>
                <a:latin typeface="Titillium Web"/>
                <a:ea typeface="Titillium Web"/>
                <a:cs typeface="Titillium Web"/>
                <a:sym typeface="Titillium Web"/>
              </a:rPr>
              <a:t>Demo</a:t>
            </a:r>
            <a:endParaRPr sz="5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405300" y="2187725"/>
            <a:ext cx="49833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{Showcase </a:t>
            </a:r>
            <a:r>
              <a:rPr lang="en" sz="1600" b="1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a demo</a:t>
            </a: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of your project [max 2 min] 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Tip: pre-record it in case of technical difficulties on stage BUT </a:t>
            </a:r>
            <a:r>
              <a:rPr lang="en" sz="1600" b="1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live demo is preferred</a:t>
            </a:r>
            <a:r>
              <a:rPr lang="en" sz="16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}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8" name="Google Shape;68;p11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69" name="Google Shape;69;p11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Conclusion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405300" y="2187725"/>
            <a:ext cx="61557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{Summarise and share </a:t>
            </a:r>
            <a:r>
              <a:rPr lang="en" sz="16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what you would like to do</a:t>
            </a:r>
            <a:r>
              <a:rPr lang="en" sz="16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next}</a:t>
            </a:r>
            <a:endParaRPr sz="16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76" name="Google Shape;76;p12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77" name="Google Shape;77;p12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/>
        </p:nvSpPr>
        <p:spPr>
          <a:xfrm>
            <a:off x="405300" y="2187725"/>
            <a:ext cx="82605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Thank you.</a:t>
            </a:r>
            <a:endParaRPr sz="30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83" name="Google Shape;83;p13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On-screen Show (16:9)</PresentationFormat>
  <Paragraphs>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Titillium Web Light</vt:lpstr>
      <vt:lpstr>Helvetica Neue</vt:lpstr>
      <vt:lpstr>Libre Franklin</vt:lpstr>
      <vt:lpstr>Titillium Web</vt:lpstr>
      <vt:lpstr>Titillium Web SemiBold</vt:lpstr>
      <vt:lpstr>Arial</vt:lpstr>
      <vt:lpstr>Interledger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Moegamat Samsodien</cp:lastModifiedBy>
  <cp:revision>1</cp:revision>
  <dcterms:modified xsi:type="dcterms:W3CDTF">2026-06-26T15:19:27Z</dcterms:modified>
</cp:coreProperties>
</file>